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4" r:id="rId7"/>
    <p:sldId id="266" r:id="rId8"/>
    <p:sldId id="270" r:id="rId9"/>
    <p:sldId id="267" r:id="rId10"/>
    <p:sldId id="269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C940FD-233F-4ABF-AEEF-E31216F13BB9}" v="21" dt="2026-01-18T22:43:44.8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408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kyler Schenke (2405518)" userId="e05a5022-a08e-464c-b2ec-a2b91e8014d6" providerId="ADAL" clId="{E334D2C9-1327-4DD8-ABDA-FE1A05466C27}"/>
    <pc:docChg chg="undo custSel addSld delSld modSld">
      <pc:chgData name="Skyler Schenke (2405518)" userId="e05a5022-a08e-464c-b2ec-a2b91e8014d6" providerId="ADAL" clId="{E334D2C9-1327-4DD8-ABDA-FE1A05466C27}" dt="2026-01-19T11:08:37.194" v="407" actId="26606"/>
      <pc:docMkLst>
        <pc:docMk/>
      </pc:docMkLst>
      <pc:sldChg chg="addSp delSp modSp mod">
        <pc:chgData name="Skyler Schenke (2405518)" userId="e05a5022-a08e-464c-b2ec-a2b91e8014d6" providerId="ADAL" clId="{E334D2C9-1327-4DD8-ABDA-FE1A05466C27}" dt="2026-01-18T22:51:16.302" v="405" actId="14100"/>
        <pc:sldMkLst>
          <pc:docMk/>
          <pc:sldMk cId="0" sldId="259"/>
        </pc:sldMkLst>
        <pc:spChg chg="mod">
          <ac:chgData name="Skyler Schenke (2405518)" userId="e05a5022-a08e-464c-b2ec-a2b91e8014d6" providerId="ADAL" clId="{E334D2C9-1327-4DD8-ABDA-FE1A05466C27}" dt="2026-01-18T22:51:05.769" v="403" actId="26606"/>
          <ac:spMkLst>
            <pc:docMk/>
            <pc:sldMk cId="0" sldId="259"/>
            <ac:spMk id="2" creationId="{00000000-0000-0000-0000-000000000000}"/>
          </ac:spMkLst>
        </pc:spChg>
        <pc:spChg chg="mod">
          <ac:chgData name="Skyler Schenke (2405518)" userId="e05a5022-a08e-464c-b2ec-a2b91e8014d6" providerId="ADAL" clId="{E334D2C9-1327-4DD8-ABDA-FE1A05466C27}" dt="2026-01-18T22:51:05.769" v="403" actId="26606"/>
          <ac:spMkLst>
            <pc:docMk/>
            <pc:sldMk cId="0" sldId="259"/>
            <ac:spMk id="3" creationId="{00000000-0000-0000-0000-000000000000}"/>
          </ac:spMkLst>
        </pc:spChg>
        <pc:spChg chg="del">
          <ac:chgData name="Skyler Schenke (2405518)" userId="e05a5022-a08e-464c-b2ec-a2b91e8014d6" providerId="ADAL" clId="{E334D2C9-1327-4DD8-ABDA-FE1A05466C27}" dt="2026-01-18T22:51:05.769" v="403" actId="26606"/>
          <ac:spMkLst>
            <pc:docMk/>
            <pc:sldMk cId="0" sldId="259"/>
            <ac:spMk id="9" creationId="{9F7D5CDA-D291-4307-BF55-1381FED29634}"/>
          </ac:spMkLst>
        </pc:spChg>
        <pc:spChg chg="add">
          <ac:chgData name="Skyler Schenke (2405518)" userId="e05a5022-a08e-464c-b2ec-a2b91e8014d6" providerId="ADAL" clId="{E334D2C9-1327-4DD8-ABDA-FE1A05466C27}" dt="2026-01-18T22:51:05.769" v="403" actId="26606"/>
          <ac:spMkLst>
            <pc:docMk/>
            <pc:sldMk cId="0" sldId="259"/>
            <ac:spMk id="14" creationId="{F821940F-7A1D-4ACC-85B4-A932898ABB37}"/>
          </ac:spMkLst>
        </pc:spChg>
        <pc:spChg chg="add">
          <ac:chgData name="Skyler Schenke (2405518)" userId="e05a5022-a08e-464c-b2ec-a2b91e8014d6" providerId="ADAL" clId="{E334D2C9-1327-4DD8-ABDA-FE1A05466C27}" dt="2026-01-18T22:51:05.769" v="403" actId="26606"/>
          <ac:spMkLst>
            <pc:docMk/>
            <pc:sldMk cId="0" sldId="259"/>
            <ac:spMk id="16" creationId="{16674508-81D3-48CF-96BF-7FC60EAA572A}"/>
          </ac:spMkLst>
        </pc:spChg>
        <pc:picChg chg="del">
          <ac:chgData name="Skyler Schenke (2405518)" userId="e05a5022-a08e-464c-b2ec-a2b91e8014d6" providerId="ADAL" clId="{E334D2C9-1327-4DD8-ABDA-FE1A05466C27}" dt="2026-01-18T22:50:58.951" v="402" actId="478"/>
          <ac:picMkLst>
            <pc:docMk/>
            <pc:sldMk cId="0" sldId="259"/>
            <ac:picMk id="5" creationId="{3E71A492-248F-E5CC-4344-762DF05806B6}"/>
          </ac:picMkLst>
        </pc:picChg>
        <pc:picChg chg="add mod">
          <ac:chgData name="Skyler Schenke (2405518)" userId="e05a5022-a08e-464c-b2ec-a2b91e8014d6" providerId="ADAL" clId="{E334D2C9-1327-4DD8-ABDA-FE1A05466C27}" dt="2026-01-18T22:51:16.302" v="405" actId="14100"/>
          <ac:picMkLst>
            <pc:docMk/>
            <pc:sldMk cId="0" sldId="259"/>
            <ac:picMk id="6" creationId="{694D1E13-5AB0-E10F-BB67-7F70F9C55159}"/>
          </ac:picMkLst>
        </pc:picChg>
      </pc:sldChg>
      <pc:sldChg chg="modSp del mod">
        <pc:chgData name="Skyler Schenke (2405518)" userId="e05a5022-a08e-464c-b2ec-a2b91e8014d6" providerId="ADAL" clId="{E334D2C9-1327-4DD8-ABDA-FE1A05466C27}" dt="2026-01-18T22:44:01.790" v="393" actId="47"/>
        <pc:sldMkLst>
          <pc:docMk/>
          <pc:sldMk cId="0" sldId="261"/>
        </pc:sldMkLst>
        <pc:spChg chg="mod">
          <ac:chgData name="Skyler Schenke (2405518)" userId="e05a5022-a08e-464c-b2ec-a2b91e8014d6" providerId="ADAL" clId="{E334D2C9-1327-4DD8-ABDA-FE1A05466C27}" dt="2026-01-18T22:41:23.017" v="376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Skyler Schenke (2405518)" userId="e05a5022-a08e-464c-b2ec-a2b91e8014d6" providerId="ADAL" clId="{E334D2C9-1327-4DD8-ABDA-FE1A05466C27}" dt="2026-01-18T22:43:43.163" v="392"/>
        <pc:sldMkLst>
          <pc:docMk/>
          <pc:sldMk cId="0" sldId="262"/>
        </pc:sldMkLst>
        <pc:graphicFrameChg chg="mod">
          <ac:chgData name="Skyler Schenke (2405518)" userId="e05a5022-a08e-464c-b2ec-a2b91e8014d6" providerId="ADAL" clId="{E334D2C9-1327-4DD8-ABDA-FE1A05466C27}" dt="2026-01-18T22:43:43.163" v="392"/>
          <ac:graphicFrameMkLst>
            <pc:docMk/>
            <pc:sldMk cId="0" sldId="262"/>
            <ac:graphicFrameMk id="5" creationId="{6DCD7C13-FE76-161D-4B16-562A802DAA9E}"/>
          </ac:graphicFrameMkLst>
        </pc:graphicFrameChg>
      </pc:sldChg>
      <pc:sldChg chg="modSp mod">
        <pc:chgData name="Skyler Schenke (2405518)" userId="e05a5022-a08e-464c-b2ec-a2b91e8014d6" providerId="ADAL" clId="{E334D2C9-1327-4DD8-ABDA-FE1A05466C27}" dt="2026-01-18T22:43:36.396" v="391" actId="20577"/>
        <pc:sldMkLst>
          <pc:docMk/>
          <pc:sldMk cId="0" sldId="263"/>
        </pc:sldMkLst>
        <pc:spChg chg="mod">
          <ac:chgData name="Skyler Schenke (2405518)" userId="e05a5022-a08e-464c-b2ec-a2b91e8014d6" providerId="ADAL" clId="{E334D2C9-1327-4DD8-ABDA-FE1A05466C27}" dt="2026-01-18T22:43:36.396" v="391" actId="20577"/>
          <ac:spMkLst>
            <pc:docMk/>
            <pc:sldMk cId="0" sldId="263"/>
            <ac:spMk id="3" creationId="{00000000-0000-0000-0000-000000000000}"/>
          </ac:spMkLst>
        </pc:spChg>
      </pc:sldChg>
      <pc:sldChg chg="addSp delSp modSp mod">
        <pc:chgData name="Skyler Schenke (2405518)" userId="e05a5022-a08e-464c-b2ec-a2b91e8014d6" providerId="ADAL" clId="{E334D2C9-1327-4DD8-ABDA-FE1A05466C27}" dt="2026-01-18T22:28:59.551" v="20" actId="20577"/>
        <pc:sldMkLst>
          <pc:docMk/>
          <pc:sldMk cId="2186651266" sldId="264"/>
        </pc:sldMkLst>
        <pc:spChg chg="add del mod">
          <ac:chgData name="Skyler Schenke (2405518)" userId="e05a5022-a08e-464c-b2ec-a2b91e8014d6" providerId="ADAL" clId="{E334D2C9-1327-4DD8-ABDA-FE1A05466C27}" dt="2026-01-18T22:28:19.090" v="4"/>
          <ac:spMkLst>
            <pc:docMk/>
            <pc:sldMk cId="2186651266" sldId="264"/>
            <ac:spMk id="3" creationId="{1A86031C-A076-4DCA-9336-966E8E7B8F37}"/>
          </ac:spMkLst>
        </pc:spChg>
        <pc:spChg chg="add mod">
          <ac:chgData name="Skyler Schenke (2405518)" userId="e05a5022-a08e-464c-b2ec-a2b91e8014d6" providerId="ADAL" clId="{E334D2C9-1327-4DD8-ABDA-FE1A05466C27}" dt="2026-01-18T22:28:59.551" v="20" actId="20577"/>
          <ac:spMkLst>
            <pc:docMk/>
            <pc:sldMk cId="2186651266" sldId="264"/>
            <ac:spMk id="4" creationId="{3A929C3D-EBC4-7136-0FEB-F0D93E09693E}"/>
          </ac:spMkLst>
        </pc:spChg>
        <pc:picChg chg="mod">
          <ac:chgData name="Skyler Schenke (2405518)" userId="e05a5022-a08e-464c-b2ec-a2b91e8014d6" providerId="ADAL" clId="{E334D2C9-1327-4DD8-ABDA-FE1A05466C27}" dt="2026-01-18T22:28:08.122" v="1" actId="14100"/>
          <ac:picMkLst>
            <pc:docMk/>
            <pc:sldMk cId="2186651266" sldId="264"/>
            <ac:picMk id="5" creationId="{CBD7D6ED-BC6C-955F-1548-EE50B910BA0A}"/>
          </ac:picMkLst>
        </pc:picChg>
      </pc:sldChg>
      <pc:sldChg chg="addSp modSp mod">
        <pc:chgData name="Skyler Schenke (2405518)" userId="e05a5022-a08e-464c-b2ec-a2b91e8014d6" providerId="ADAL" clId="{E334D2C9-1327-4DD8-ABDA-FE1A05466C27}" dt="2026-01-18T22:29:51.940" v="35" actId="5793"/>
        <pc:sldMkLst>
          <pc:docMk/>
          <pc:sldMk cId="3900919791" sldId="266"/>
        </pc:sldMkLst>
        <pc:spChg chg="add mod">
          <ac:chgData name="Skyler Schenke (2405518)" userId="e05a5022-a08e-464c-b2ec-a2b91e8014d6" providerId="ADAL" clId="{E334D2C9-1327-4DD8-ABDA-FE1A05466C27}" dt="2026-01-18T22:29:51.940" v="35" actId="5793"/>
          <ac:spMkLst>
            <pc:docMk/>
            <pc:sldMk cId="3900919791" sldId="266"/>
            <ac:spMk id="3" creationId="{88EF2199-465E-CCE6-AC7B-5DEA1D6EDD67}"/>
          </ac:spMkLst>
        </pc:spChg>
        <pc:picChg chg="mod">
          <ac:chgData name="Skyler Schenke (2405518)" userId="e05a5022-a08e-464c-b2ec-a2b91e8014d6" providerId="ADAL" clId="{E334D2C9-1327-4DD8-ABDA-FE1A05466C27}" dt="2026-01-18T22:29:19.305" v="25" actId="14100"/>
          <ac:picMkLst>
            <pc:docMk/>
            <pc:sldMk cId="3900919791" sldId="266"/>
            <ac:picMk id="5" creationId="{2BECE488-4090-7DAD-96AB-3A1BF7A5F83C}"/>
          </ac:picMkLst>
        </pc:picChg>
      </pc:sldChg>
      <pc:sldChg chg="addSp delSp modSp mod">
        <pc:chgData name="Skyler Schenke (2405518)" userId="e05a5022-a08e-464c-b2ec-a2b91e8014d6" providerId="ADAL" clId="{E334D2C9-1327-4DD8-ABDA-FE1A05466C27}" dt="2026-01-18T22:32:06.312" v="222" actId="20577"/>
        <pc:sldMkLst>
          <pc:docMk/>
          <pc:sldMk cId="2632556764" sldId="267"/>
        </pc:sldMkLst>
        <pc:spChg chg="add del mod">
          <ac:chgData name="Skyler Schenke (2405518)" userId="e05a5022-a08e-464c-b2ec-a2b91e8014d6" providerId="ADAL" clId="{E334D2C9-1327-4DD8-ABDA-FE1A05466C27}" dt="2026-01-18T22:32:06.312" v="222" actId="20577"/>
          <ac:spMkLst>
            <pc:docMk/>
            <pc:sldMk cId="2632556764" sldId="267"/>
            <ac:spMk id="3" creationId="{3A110E58-7C3A-F76B-6069-8E771AB7CB66}"/>
          </ac:spMkLst>
        </pc:spChg>
        <pc:spChg chg="add">
          <ac:chgData name="Skyler Schenke (2405518)" userId="e05a5022-a08e-464c-b2ec-a2b91e8014d6" providerId="ADAL" clId="{E334D2C9-1327-4DD8-ABDA-FE1A05466C27}" dt="2026-01-18T22:30:30.677" v="43"/>
          <ac:spMkLst>
            <pc:docMk/>
            <pc:sldMk cId="2632556764" sldId="267"/>
            <ac:spMk id="4" creationId="{7A8883C6-283C-5D09-8295-D757E9072EF2}"/>
          </ac:spMkLst>
        </pc:spChg>
        <pc:spChg chg="add mod">
          <ac:chgData name="Skyler Schenke (2405518)" userId="e05a5022-a08e-464c-b2ec-a2b91e8014d6" providerId="ADAL" clId="{E334D2C9-1327-4DD8-ABDA-FE1A05466C27}" dt="2026-01-18T22:30:37.032" v="48"/>
          <ac:spMkLst>
            <pc:docMk/>
            <pc:sldMk cId="2632556764" sldId="267"/>
            <ac:spMk id="6" creationId="{FC3EE2E6-7826-D111-06CB-46AA7C04E251}"/>
          </ac:spMkLst>
        </pc:spChg>
        <pc:spChg chg="add">
          <ac:chgData name="Skyler Schenke (2405518)" userId="e05a5022-a08e-464c-b2ec-a2b91e8014d6" providerId="ADAL" clId="{E334D2C9-1327-4DD8-ABDA-FE1A05466C27}" dt="2026-01-18T22:30:39.085" v="49"/>
          <ac:spMkLst>
            <pc:docMk/>
            <pc:sldMk cId="2632556764" sldId="267"/>
            <ac:spMk id="7" creationId="{E58FB9CC-D54A-402B-C920-E61430A3FA47}"/>
          </ac:spMkLst>
        </pc:spChg>
        <pc:spChg chg="add">
          <ac:chgData name="Skyler Schenke (2405518)" userId="e05a5022-a08e-464c-b2ec-a2b91e8014d6" providerId="ADAL" clId="{E334D2C9-1327-4DD8-ABDA-FE1A05466C27}" dt="2026-01-18T22:30:42.742" v="57"/>
          <ac:spMkLst>
            <pc:docMk/>
            <pc:sldMk cId="2632556764" sldId="267"/>
            <ac:spMk id="8" creationId="{E433B18A-1763-F791-0ADE-D066FF1CD4F1}"/>
          </ac:spMkLst>
        </pc:spChg>
        <pc:picChg chg="mod modCrop">
          <ac:chgData name="Skyler Schenke (2405518)" userId="e05a5022-a08e-464c-b2ec-a2b91e8014d6" providerId="ADAL" clId="{E334D2C9-1327-4DD8-ABDA-FE1A05466C27}" dt="2026-01-18T22:30:11.810" v="41" actId="14100"/>
          <ac:picMkLst>
            <pc:docMk/>
            <pc:sldMk cId="2632556764" sldId="267"/>
            <ac:picMk id="5" creationId="{A8822ABB-50F6-92FF-9B6F-1198106D09C3}"/>
          </ac:picMkLst>
        </pc:picChg>
      </pc:sldChg>
      <pc:sldChg chg="addSp delSp modSp new del mod">
        <pc:chgData name="Skyler Schenke (2405518)" userId="e05a5022-a08e-464c-b2ec-a2b91e8014d6" providerId="ADAL" clId="{E334D2C9-1327-4DD8-ABDA-FE1A05466C27}" dt="2026-01-19T11:08:22.575" v="406" actId="2696"/>
        <pc:sldMkLst>
          <pc:docMk/>
          <pc:sldMk cId="1561047473" sldId="268"/>
        </pc:sldMkLst>
        <pc:spChg chg="del">
          <ac:chgData name="Skyler Schenke (2405518)" userId="e05a5022-a08e-464c-b2ec-a2b91e8014d6" providerId="ADAL" clId="{E334D2C9-1327-4DD8-ABDA-FE1A05466C27}" dt="2026-01-18T22:34:40.088" v="224" actId="478"/>
          <ac:spMkLst>
            <pc:docMk/>
            <pc:sldMk cId="1561047473" sldId="268"/>
            <ac:spMk id="2" creationId="{46349208-B05A-D8E9-00A7-A6F5BFAA01BE}"/>
          </ac:spMkLst>
        </pc:spChg>
        <pc:spChg chg="del">
          <ac:chgData name="Skyler Schenke (2405518)" userId="e05a5022-a08e-464c-b2ec-a2b91e8014d6" providerId="ADAL" clId="{E334D2C9-1327-4DD8-ABDA-FE1A05466C27}" dt="2026-01-18T22:34:41.774" v="225" actId="478"/>
          <ac:spMkLst>
            <pc:docMk/>
            <pc:sldMk cId="1561047473" sldId="268"/>
            <ac:spMk id="3" creationId="{FC958083-65C5-B911-6285-92897A2CE196}"/>
          </ac:spMkLst>
        </pc:spChg>
        <pc:spChg chg="add mod">
          <ac:chgData name="Skyler Schenke (2405518)" userId="e05a5022-a08e-464c-b2ec-a2b91e8014d6" providerId="ADAL" clId="{E334D2C9-1327-4DD8-ABDA-FE1A05466C27}" dt="2026-01-18T22:39:39.966" v="319" actId="20577"/>
          <ac:spMkLst>
            <pc:docMk/>
            <pc:sldMk cId="1561047473" sldId="268"/>
            <ac:spMk id="5" creationId="{FBF49787-6485-22E4-49AB-AA754C9259BF}"/>
          </ac:spMkLst>
        </pc:spChg>
        <pc:picChg chg="add del mod">
          <ac:chgData name="Skyler Schenke (2405518)" userId="e05a5022-a08e-464c-b2ec-a2b91e8014d6" providerId="ADAL" clId="{E334D2C9-1327-4DD8-ABDA-FE1A05466C27}" dt="2026-01-18T22:39:26.385" v="295" actId="478"/>
          <ac:picMkLst>
            <pc:docMk/>
            <pc:sldMk cId="1561047473" sldId="268"/>
            <ac:picMk id="4" creationId="{6DD31131-8215-C2CF-ED29-86EB2520C44F}"/>
          </ac:picMkLst>
        </pc:picChg>
      </pc:sldChg>
      <pc:sldChg chg="addSp delSp modSp new mod setBg">
        <pc:chgData name="Skyler Schenke (2405518)" userId="e05a5022-a08e-464c-b2ec-a2b91e8014d6" providerId="ADAL" clId="{E334D2C9-1327-4DD8-ABDA-FE1A05466C27}" dt="2026-01-19T11:08:37.194" v="407" actId="26606"/>
        <pc:sldMkLst>
          <pc:docMk/>
          <pc:sldMk cId="1941305801" sldId="269"/>
        </pc:sldMkLst>
        <pc:spChg chg="mod">
          <ac:chgData name="Skyler Schenke (2405518)" userId="e05a5022-a08e-464c-b2ec-a2b91e8014d6" providerId="ADAL" clId="{E334D2C9-1327-4DD8-ABDA-FE1A05466C27}" dt="2026-01-19T11:08:37.194" v="407" actId="26606"/>
          <ac:spMkLst>
            <pc:docMk/>
            <pc:sldMk cId="1941305801" sldId="269"/>
            <ac:spMk id="2" creationId="{C9C4CEE7-F0E9-4D27-2C05-A7DA4A43512D}"/>
          </ac:spMkLst>
        </pc:spChg>
        <pc:spChg chg="del">
          <ac:chgData name="Skyler Schenke (2405518)" userId="e05a5022-a08e-464c-b2ec-a2b91e8014d6" providerId="ADAL" clId="{E334D2C9-1327-4DD8-ABDA-FE1A05466C27}" dt="2026-01-18T22:37:12.251" v="227"/>
          <ac:spMkLst>
            <pc:docMk/>
            <pc:sldMk cId="1941305801" sldId="269"/>
            <ac:spMk id="3" creationId="{0A4F59F1-C6D3-B73B-1F70-940DF028655B}"/>
          </ac:spMkLst>
        </pc:spChg>
        <pc:spChg chg="add del">
          <ac:chgData name="Skyler Schenke (2405518)" userId="e05a5022-a08e-464c-b2ec-a2b91e8014d6" providerId="ADAL" clId="{E334D2C9-1327-4DD8-ABDA-FE1A05466C27}" dt="2026-01-19T11:08:37.194" v="407" actId="26606"/>
          <ac:spMkLst>
            <pc:docMk/>
            <pc:sldMk cId="1941305801" sldId="269"/>
            <ac:spMk id="9" creationId="{A4AC5506-6312-4701-8D3C-40187889A947}"/>
          </ac:spMkLst>
        </pc:spChg>
        <pc:spChg chg="add">
          <ac:chgData name="Skyler Schenke (2405518)" userId="e05a5022-a08e-464c-b2ec-a2b91e8014d6" providerId="ADAL" clId="{E334D2C9-1327-4DD8-ABDA-FE1A05466C27}" dt="2026-01-19T11:08:37.194" v="407" actId="26606"/>
          <ac:spMkLst>
            <pc:docMk/>
            <pc:sldMk cId="1941305801" sldId="269"/>
            <ac:spMk id="14" creationId="{A8384FB5-9ADC-4DDC-881B-597D56F5B15D}"/>
          </ac:spMkLst>
        </pc:spChg>
        <pc:spChg chg="add">
          <ac:chgData name="Skyler Schenke (2405518)" userId="e05a5022-a08e-464c-b2ec-a2b91e8014d6" providerId="ADAL" clId="{E334D2C9-1327-4DD8-ABDA-FE1A05466C27}" dt="2026-01-19T11:08:37.194" v="407" actId="26606"/>
          <ac:spMkLst>
            <pc:docMk/>
            <pc:sldMk cId="1941305801" sldId="269"/>
            <ac:spMk id="16" creationId="{1199E1B1-A8C0-4FE8-A5A8-1CB41D69F857}"/>
          </ac:spMkLst>
        </pc:spChg>
        <pc:spChg chg="add">
          <ac:chgData name="Skyler Schenke (2405518)" userId="e05a5022-a08e-464c-b2ec-a2b91e8014d6" providerId="ADAL" clId="{E334D2C9-1327-4DD8-ABDA-FE1A05466C27}" dt="2026-01-19T11:08:37.194" v="407" actId="26606"/>
          <ac:spMkLst>
            <pc:docMk/>
            <pc:sldMk cId="1941305801" sldId="269"/>
            <ac:spMk id="18" creationId="{84A8DE83-DE75-4B41-9DB4-A7EC0B0DEC0B}"/>
          </ac:spMkLst>
        </pc:spChg>
        <pc:spChg chg="add">
          <ac:chgData name="Skyler Schenke (2405518)" userId="e05a5022-a08e-464c-b2ec-a2b91e8014d6" providerId="ADAL" clId="{E334D2C9-1327-4DD8-ABDA-FE1A05466C27}" dt="2026-01-19T11:08:37.194" v="407" actId="26606"/>
          <ac:spMkLst>
            <pc:docMk/>
            <pc:sldMk cId="1941305801" sldId="269"/>
            <ac:spMk id="20" creationId="{A7009A0A-BEF5-4EAC-AF15-E4F9F002E239}"/>
          </ac:spMkLst>
        </pc:spChg>
        <pc:picChg chg="add mod">
          <ac:chgData name="Skyler Schenke (2405518)" userId="e05a5022-a08e-464c-b2ec-a2b91e8014d6" providerId="ADAL" clId="{E334D2C9-1327-4DD8-ABDA-FE1A05466C27}" dt="2026-01-19T11:08:37.194" v="407" actId="26606"/>
          <ac:picMkLst>
            <pc:docMk/>
            <pc:sldMk cId="1941305801" sldId="269"/>
            <ac:picMk id="4" creationId="{63FFE410-027B-9971-1C5A-8C269ED231F6}"/>
          </ac:picMkLst>
        </pc:picChg>
      </pc:sldChg>
      <pc:sldChg chg="addSp delSp modSp new mod setBg">
        <pc:chgData name="Skyler Schenke (2405518)" userId="e05a5022-a08e-464c-b2ec-a2b91e8014d6" providerId="ADAL" clId="{E334D2C9-1327-4DD8-ABDA-FE1A05466C27}" dt="2026-01-18T22:39:06.588" v="292" actId="14100"/>
        <pc:sldMkLst>
          <pc:docMk/>
          <pc:sldMk cId="371459900" sldId="270"/>
        </pc:sldMkLst>
        <pc:spChg chg="mod ord">
          <ac:chgData name="Skyler Schenke (2405518)" userId="e05a5022-a08e-464c-b2ec-a2b91e8014d6" providerId="ADAL" clId="{E334D2C9-1327-4DD8-ABDA-FE1A05466C27}" dt="2026-01-18T22:38:58.679" v="289" actId="20577"/>
          <ac:spMkLst>
            <pc:docMk/>
            <pc:sldMk cId="371459900" sldId="270"/>
            <ac:spMk id="2" creationId="{6752E080-7F34-66AB-3867-37D5945C1EF3}"/>
          </ac:spMkLst>
        </pc:spChg>
        <pc:spChg chg="del">
          <ac:chgData name="Skyler Schenke (2405518)" userId="e05a5022-a08e-464c-b2ec-a2b91e8014d6" providerId="ADAL" clId="{E334D2C9-1327-4DD8-ABDA-FE1A05466C27}" dt="2026-01-18T22:38:04.725" v="258"/>
          <ac:spMkLst>
            <pc:docMk/>
            <pc:sldMk cId="371459900" sldId="270"/>
            <ac:spMk id="3" creationId="{0B53C453-8870-9082-17BF-401C633A2845}"/>
          </ac:spMkLst>
        </pc:spChg>
        <pc:spChg chg="add del">
          <ac:chgData name="Skyler Schenke (2405518)" userId="e05a5022-a08e-464c-b2ec-a2b91e8014d6" providerId="ADAL" clId="{E334D2C9-1327-4DD8-ABDA-FE1A05466C27}" dt="2026-01-18T22:38:54.723" v="274" actId="26606"/>
          <ac:spMkLst>
            <pc:docMk/>
            <pc:sldMk cId="371459900" sldId="270"/>
            <ac:spMk id="10" creationId="{B51F6560-D61C-400F-B71A-3FDEBF451B22}"/>
          </ac:spMkLst>
        </pc:spChg>
        <pc:spChg chg="add del">
          <ac:chgData name="Skyler Schenke (2405518)" userId="e05a5022-a08e-464c-b2ec-a2b91e8014d6" providerId="ADAL" clId="{E334D2C9-1327-4DD8-ABDA-FE1A05466C27}" dt="2026-01-18T22:38:54.720" v="273" actId="26606"/>
          <ac:spMkLst>
            <pc:docMk/>
            <pc:sldMk cId="371459900" sldId="270"/>
            <ac:spMk id="18" creationId="{A9DB2443-A8E8-8875-F413-C48FC011BE13}"/>
          </ac:spMkLst>
        </pc:spChg>
        <pc:spChg chg="add">
          <ac:chgData name="Skyler Schenke (2405518)" userId="e05a5022-a08e-464c-b2ec-a2b91e8014d6" providerId="ADAL" clId="{E334D2C9-1327-4DD8-ABDA-FE1A05466C27}" dt="2026-01-18T22:38:54.723" v="274" actId="26606"/>
          <ac:spMkLst>
            <pc:docMk/>
            <pc:sldMk cId="371459900" sldId="270"/>
            <ac:spMk id="19" creationId="{C4879EFC-8E62-4E00-973C-C45EE9EC676D}"/>
          </ac:spMkLst>
        </pc:spChg>
        <pc:spChg chg="add del">
          <ac:chgData name="Skyler Schenke (2405518)" userId="e05a5022-a08e-464c-b2ec-a2b91e8014d6" providerId="ADAL" clId="{E334D2C9-1327-4DD8-ABDA-FE1A05466C27}" dt="2026-01-18T22:38:54.720" v="273" actId="26606"/>
          <ac:spMkLst>
            <pc:docMk/>
            <pc:sldMk cId="371459900" sldId="270"/>
            <ac:spMk id="21" creationId="{E36BB3C5-822B-45E1-A81E-5CC3176C61A1}"/>
          </ac:spMkLst>
        </pc:spChg>
        <pc:spChg chg="add del">
          <ac:chgData name="Skyler Schenke (2405518)" userId="e05a5022-a08e-464c-b2ec-a2b91e8014d6" providerId="ADAL" clId="{E334D2C9-1327-4DD8-ABDA-FE1A05466C27}" dt="2026-01-18T22:38:54.720" v="273" actId="26606"/>
          <ac:spMkLst>
            <pc:docMk/>
            <pc:sldMk cId="371459900" sldId="270"/>
            <ac:spMk id="23" creationId="{FB39ECA9-4CDE-4883-98E8-287E905E9F07}"/>
          </ac:spMkLst>
        </pc:spChg>
        <pc:spChg chg="add del">
          <ac:chgData name="Skyler Schenke (2405518)" userId="e05a5022-a08e-464c-b2ec-a2b91e8014d6" providerId="ADAL" clId="{E334D2C9-1327-4DD8-ABDA-FE1A05466C27}" dt="2026-01-18T22:38:54.720" v="273" actId="26606"/>
          <ac:spMkLst>
            <pc:docMk/>
            <pc:sldMk cId="371459900" sldId="270"/>
            <ac:spMk id="25" creationId="{A67483D0-BAEB-4927-88AD-76F5DA8468DE}"/>
          </ac:spMkLst>
        </pc:spChg>
        <pc:spChg chg="add del">
          <ac:chgData name="Skyler Schenke (2405518)" userId="e05a5022-a08e-464c-b2ec-a2b91e8014d6" providerId="ADAL" clId="{E334D2C9-1327-4DD8-ABDA-FE1A05466C27}" dt="2026-01-18T22:38:54.720" v="273" actId="26606"/>
          <ac:spMkLst>
            <pc:docMk/>
            <pc:sldMk cId="371459900" sldId="270"/>
            <ac:spMk id="27" creationId="{0DBB7B12-4298-4CFB-B539-44A91C930328}"/>
          </ac:spMkLst>
        </pc:spChg>
        <pc:spChg chg="add">
          <ac:chgData name="Skyler Schenke (2405518)" userId="e05a5022-a08e-464c-b2ec-a2b91e8014d6" providerId="ADAL" clId="{E334D2C9-1327-4DD8-ABDA-FE1A05466C27}" dt="2026-01-18T22:38:54.723" v="274" actId="26606"/>
          <ac:spMkLst>
            <pc:docMk/>
            <pc:sldMk cId="371459900" sldId="270"/>
            <ac:spMk id="29" creationId="{D6A9C53F-5F90-40A5-8C85-5412D39C8C68}"/>
          </ac:spMkLst>
        </pc:spChg>
        <pc:grpChg chg="add del">
          <ac:chgData name="Skyler Schenke (2405518)" userId="e05a5022-a08e-464c-b2ec-a2b91e8014d6" providerId="ADAL" clId="{E334D2C9-1327-4DD8-ABDA-FE1A05466C27}" dt="2026-01-18T22:38:54.723" v="274" actId="26606"/>
          <ac:grpSpMkLst>
            <pc:docMk/>
            <pc:sldMk cId="371459900" sldId="270"/>
            <ac:grpSpMk id="12" creationId="{F938B951-7EFC-40A2-B198-E73D39DFB3FC}"/>
          </ac:grpSpMkLst>
        </pc:grpChg>
        <pc:picChg chg="add mod ord">
          <ac:chgData name="Skyler Schenke (2405518)" userId="e05a5022-a08e-464c-b2ec-a2b91e8014d6" providerId="ADAL" clId="{E334D2C9-1327-4DD8-ABDA-FE1A05466C27}" dt="2026-01-18T22:39:06.588" v="292" actId="14100"/>
          <ac:picMkLst>
            <pc:docMk/>
            <pc:sldMk cId="371459900" sldId="270"/>
            <ac:picMk id="4" creationId="{5ACE87B0-4736-F1E7-FFD8-E11DF1163E8D}"/>
          </ac:picMkLst>
        </pc:picChg>
        <pc:picChg chg="add mod">
          <ac:chgData name="Skyler Schenke (2405518)" userId="e05a5022-a08e-464c-b2ec-a2b91e8014d6" providerId="ADAL" clId="{E334D2C9-1327-4DD8-ABDA-FE1A05466C27}" dt="2026-01-18T22:39:04.241" v="291" actId="1076"/>
          <ac:picMkLst>
            <pc:docMk/>
            <pc:sldMk cId="371459900" sldId="270"/>
            <ac:picMk id="5" creationId="{B009EFB1-2E61-E23C-6ABE-D4CFDC1D61C9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10FC31-2C34-4D5C-B395-D2025FE529C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A39784D-D9A1-45FC-8314-CB5258689466}">
      <dgm:prSet/>
      <dgm:spPr/>
      <dgm:t>
        <a:bodyPr/>
        <a:lstStyle/>
        <a:p>
          <a:pPr>
            <a:defRPr cap="all"/>
          </a:pPr>
          <a:r>
            <a:rPr lang="en-US"/>
            <a:t>• Speed</a:t>
          </a:r>
        </a:p>
      </dgm:t>
    </dgm:pt>
    <dgm:pt modelId="{EE333E63-6E05-4270-AA4E-EFFACB20C79E}" type="parTrans" cxnId="{452C38C7-FBDA-4329-8849-DC7FC26F2EC1}">
      <dgm:prSet/>
      <dgm:spPr/>
      <dgm:t>
        <a:bodyPr/>
        <a:lstStyle/>
        <a:p>
          <a:endParaRPr lang="en-US"/>
        </a:p>
      </dgm:t>
    </dgm:pt>
    <dgm:pt modelId="{926488F0-278C-4E89-A429-349BC3882BED}" type="sibTrans" cxnId="{452C38C7-FBDA-4329-8849-DC7FC26F2EC1}">
      <dgm:prSet/>
      <dgm:spPr/>
      <dgm:t>
        <a:bodyPr/>
        <a:lstStyle/>
        <a:p>
          <a:endParaRPr lang="en-US"/>
        </a:p>
      </dgm:t>
    </dgm:pt>
    <dgm:pt modelId="{AC6234D3-9371-4943-B1BB-6D51382CF545}">
      <dgm:prSet/>
      <dgm:spPr/>
      <dgm:t>
        <a:bodyPr/>
        <a:lstStyle/>
        <a:p>
          <a:pPr>
            <a:defRPr cap="all"/>
          </a:pPr>
          <a:r>
            <a:rPr lang="en-US"/>
            <a:t>• Consistency</a:t>
          </a:r>
        </a:p>
      </dgm:t>
    </dgm:pt>
    <dgm:pt modelId="{1AE4CBEE-909D-47B3-86E8-F1BEC4E38B68}" type="parTrans" cxnId="{BABE270D-0B25-40EF-BB24-068D7CEEA2F1}">
      <dgm:prSet/>
      <dgm:spPr/>
      <dgm:t>
        <a:bodyPr/>
        <a:lstStyle/>
        <a:p>
          <a:endParaRPr lang="en-US"/>
        </a:p>
      </dgm:t>
    </dgm:pt>
    <dgm:pt modelId="{D137D6B2-8D23-42C1-880C-CC85DAD8C56A}" type="sibTrans" cxnId="{BABE270D-0B25-40EF-BB24-068D7CEEA2F1}">
      <dgm:prSet/>
      <dgm:spPr/>
      <dgm:t>
        <a:bodyPr/>
        <a:lstStyle/>
        <a:p>
          <a:endParaRPr lang="en-US"/>
        </a:p>
      </dgm:t>
    </dgm:pt>
    <dgm:pt modelId="{B70EE25E-DA5E-4799-BC43-5F75D6FFD915}">
      <dgm:prSet/>
      <dgm:spPr/>
      <dgm:t>
        <a:bodyPr/>
        <a:lstStyle/>
        <a:p>
          <a:pPr>
            <a:defRPr cap="all"/>
          </a:pPr>
          <a:r>
            <a:rPr lang="en-US"/>
            <a:t>• Scalability</a:t>
          </a:r>
        </a:p>
      </dgm:t>
    </dgm:pt>
    <dgm:pt modelId="{1695220A-995D-45A8-B7BB-14C9D712DA52}" type="parTrans" cxnId="{5E675949-D19B-4254-ADCD-5C21CED635C5}">
      <dgm:prSet/>
      <dgm:spPr/>
      <dgm:t>
        <a:bodyPr/>
        <a:lstStyle/>
        <a:p>
          <a:endParaRPr lang="en-US"/>
        </a:p>
      </dgm:t>
    </dgm:pt>
    <dgm:pt modelId="{B3F0B781-B084-4308-A737-D1A61A792EDF}" type="sibTrans" cxnId="{5E675949-D19B-4254-ADCD-5C21CED635C5}">
      <dgm:prSet/>
      <dgm:spPr/>
      <dgm:t>
        <a:bodyPr/>
        <a:lstStyle/>
        <a:p>
          <a:endParaRPr lang="en-US"/>
        </a:p>
      </dgm:t>
    </dgm:pt>
    <dgm:pt modelId="{88E2225E-15F5-4E37-BEEB-A706423F8045}">
      <dgm:prSet/>
      <dgm:spPr/>
      <dgm:t>
        <a:bodyPr/>
        <a:lstStyle/>
        <a:p>
          <a:pPr>
            <a:defRPr cap="all"/>
          </a:pPr>
          <a:r>
            <a:rPr lang="en-US"/>
            <a:t>• Reliability</a:t>
          </a:r>
        </a:p>
      </dgm:t>
    </dgm:pt>
    <dgm:pt modelId="{EC340810-D621-4E01-ABBA-A4BAECAA73BD}" type="parTrans" cxnId="{828AD7F6-E49D-418B-947B-47F844B8DD03}">
      <dgm:prSet/>
      <dgm:spPr/>
      <dgm:t>
        <a:bodyPr/>
        <a:lstStyle/>
        <a:p>
          <a:endParaRPr lang="en-US"/>
        </a:p>
      </dgm:t>
    </dgm:pt>
    <dgm:pt modelId="{85C29CA3-626E-4D2A-B457-371B06E8CD97}" type="sibTrans" cxnId="{828AD7F6-E49D-418B-947B-47F844B8DD03}">
      <dgm:prSet/>
      <dgm:spPr/>
      <dgm:t>
        <a:bodyPr/>
        <a:lstStyle/>
        <a:p>
          <a:endParaRPr lang="en-US"/>
        </a:p>
      </dgm:t>
    </dgm:pt>
    <dgm:pt modelId="{100B5654-20D1-47EB-99F5-31181CD26D0D}">
      <dgm:prSet/>
      <dgm:spPr/>
      <dgm:t>
        <a:bodyPr/>
        <a:lstStyle/>
        <a:p>
          <a:pPr>
            <a:defRPr cap="all"/>
          </a:pPr>
          <a:r>
            <a:rPr lang="en-US"/>
            <a:t>Relevant to real-world enterprise environments.</a:t>
          </a:r>
        </a:p>
      </dgm:t>
    </dgm:pt>
    <dgm:pt modelId="{9A84395C-D798-4AE7-8D61-0FB7BC56B7E3}" type="parTrans" cxnId="{2D3EC58B-C890-4024-8D94-26252279191E}">
      <dgm:prSet/>
      <dgm:spPr/>
      <dgm:t>
        <a:bodyPr/>
        <a:lstStyle/>
        <a:p>
          <a:endParaRPr lang="en-US"/>
        </a:p>
      </dgm:t>
    </dgm:pt>
    <dgm:pt modelId="{4478CF36-5AEE-4BCB-B6A7-8C0B3F5205F2}" type="sibTrans" cxnId="{2D3EC58B-C890-4024-8D94-26252279191E}">
      <dgm:prSet/>
      <dgm:spPr/>
      <dgm:t>
        <a:bodyPr/>
        <a:lstStyle/>
        <a:p>
          <a:endParaRPr lang="en-US"/>
        </a:p>
      </dgm:t>
    </dgm:pt>
    <dgm:pt modelId="{DD35295B-8086-4A35-8954-80495A86E128}" type="pres">
      <dgm:prSet presAssocID="{E610FC31-2C34-4D5C-B395-D2025FE529CD}" presName="root" presStyleCnt="0">
        <dgm:presLayoutVars>
          <dgm:dir/>
          <dgm:resizeHandles val="exact"/>
        </dgm:presLayoutVars>
      </dgm:prSet>
      <dgm:spPr/>
    </dgm:pt>
    <dgm:pt modelId="{2097A371-7B51-48DA-8328-9A4935139F93}" type="pres">
      <dgm:prSet presAssocID="{2A39784D-D9A1-45FC-8314-CB5258689466}" presName="compNode" presStyleCnt="0"/>
      <dgm:spPr/>
    </dgm:pt>
    <dgm:pt modelId="{7A9CE73E-1FD8-410B-8821-4BA055041E39}" type="pres">
      <dgm:prSet presAssocID="{2A39784D-D9A1-45FC-8314-CB5258689466}" presName="iconBgRect" presStyleLbl="bgShp" presStyleIdx="0" presStyleCnt="5"/>
      <dgm:spPr/>
    </dgm:pt>
    <dgm:pt modelId="{BE564ED6-1776-4E8B-B7A7-844B69DCD54E}" type="pres">
      <dgm:prSet presAssocID="{2A39784D-D9A1-45FC-8314-CB525868946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277ABEAB-5EC9-4807-B2AA-FF48B9512C4C}" type="pres">
      <dgm:prSet presAssocID="{2A39784D-D9A1-45FC-8314-CB5258689466}" presName="spaceRect" presStyleCnt="0"/>
      <dgm:spPr/>
    </dgm:pt>
    <dgm:pt modelId="{68D45480-A75B-4827-968A-4027E76EA1D3}" type="pres">
      <dgm:prSet presAssocID="{2A39784D-D9A1-45FC-8314-CB5258689466}" presName="textRect" presStyleLbl="revTx" presStyleIdx="0" presStyleCnt="5">
        <dgm:presLayoutVars>
          <dgm:chMax val="1"/>
          <dgm:chPref val="1"/>
        </dgm:presLayoutVars>
      </dgm:prSet>
      <dgm:spPr/>
    </dgm:pt>
    <dgm:pt modelId="{65E911C4-DFBC-479F-A88D-67783E8C1BE2}" type="pres">
      <dgm:prSet presAssocID="{926488F0-278C-4E89-A429-349BC3882BED}" presName="sibTrans" presStyleCnt="0"/>
      <dgm:spPr/>
    </dgm:pt>
    <dgm:pt modelId="{BBF4AFE4-6D44-4B1C-B9FB-1CE589E6E9CF}" type="pres">
      <dgm:prSet presAssocID="{AC6234D3-9371-4943-B1BB-6D51382CF545}" presName="compNode" presStyleCnt="0"/>
      <dgm:spPr/>
    </dgm:pt>
    <dgm:pt modelId="{85FBD5C7-B758-4B78-BECB-355D7D798158}" type="pres">
      <dgm:prSet presAssocID="{AC6234D3-9371-4943-B1BB-6D51382CF545}" presName="iconBgRect" presStyleLbl="bgShp" presStyleIdx="1" presStyleCnt="5"/>
      <dgm:spPr/>
    </dgm:pt>
    <dgm:pt modelId="{F707F3A0-5AFE-4A1E-A819-19BD8F61004B}" type="pres">
      <dgm:prSet presAssocID="{AC6234D3-9371-4943-B1BB-6D51382CF54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4331E38F-F25B-4D43-8A44-EA551CB75EBE}" type="pres">
      <dgm:prSet presAssocID="{AC6234D3-9371-4943-B1BB-6D51382CF545}" presName="spaceRect" presStyleCnt="0"/>
      <dgm:spPr/>
    </dgm:pt>
    <dgm:pt modelId="{A87ABCED-C4A6-4799-8C82-3A752D4A1D56}" type="pres">
      <dgm:prSet presAssocID="{AC6234D3-9371-4943-B1BB-6D51382CF545}" presName="textRect" presStyleLbl="revTx" presStyleIdx="1" presStyleCnt="5">
        <dgm:presLayoutVars>
          <dgm:chMax val="1"/>
          <dgm:chPref val="1"/>
        </dgm:presLayoutVars>
      </dgm:prSet>
      <dgm:spPr/>
    </dgm:pt>
    <dgm:pt modelId="{4ECD28BD-99BB-4309-9F2F-A2725CA9A726}" type="pres">
      <dgm:prSet presAssocID="{D137D6B2-8D23-42C1-880C-CC85DAD8C56A}" presName="sibTrans" presStyleCnt="0"/>
      <dgm:spPr/>
    </dgm:pt>
    <dgm:pt modelId="{F3AF066A-98A6-4D8A-9AEB-FA630423E421}" type="pres">
      <dgm:prSet presAssocID="{B70EE25E-DA5E-4799-BC43-5F75D6FFD915}" presName="compNode" presStyleCnt="0"/>
      <dgm:spPr/>
    </dgm:pt>
    <dgm:pt modelId="{669706CB-D7E0-41F9-83DF-FE0B62F07F0B}" type="pres">
      <dgm:prSet presAssocID="{B70EE25E-DA5E-4799-BC43-5F75D6FFD915}" presName="iconBgRect" presStyleLbl="bgShp" presStyleIdx="2" presStyleCnt="5"/>
      <dgm:spPr/>
    </dgm:pt>
    <dgm:pt modelId="{F93D8502-2978-499A-9907-F9EC51C1BBAD}" type="pres">
      <dgm:prSet presAssocID="{B70EE25E-DA5E-4799-BC43-5F75D6FFD91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249AD4B-AB5D-42E7-9C89-A6398732E4EA}" type="pres">
      <dgm:prSet presAssocID="{B70EE25E-DA5E-4799-BC43-5F75D6FFD915}" presName="spaceRect" presStyleCnt="0"/>
      <dgm:spPr/>
    </dgm:pt>
    <dgm:pt modelId="{09FDA2D2-2909-4C17-A292-B71BF2F85DDA}" type="pres">
      <dgm:prSet presAssocID="{B70EE25E-DA5E-4799-BC43-5F75D6FFD915}" presName="textRect" presStyleLbl="revTx" presStyleIdx="2" presStyleCnt="5">
        <dgm:presLayoutVars>
          <dgm:chMax val="1"/>
          <dgm:chPref val="1"/>
        </dgm:presLayoutVars>
      </dgm:prSet>
      <dgm:spPr/>
    </dgm:pt>
    <dgm:pt modelId="{BA62FF75-FF48-4089-BF54-C1B564420278}" type="pres">
      <dgm:prSet presAssocID="{B3F0B781-B084-4308-A737-D1A61A792EDF}" presName="sibTrans" presStyleCnt="0"/>
      <dgm:spPr/>
    </dgm:pt>
    <dgm:pt modelId="{53B89EF5-610F-4D09-911D-7283E4909815}" type="pres">
      <dgm:prSet presAssocID="{88E2225E-15F5-4E37-BEEB-A706423F8045}" presName="compNode" presStyleCnt="0"/>
      <dgm:spPr/>
    </dgm:pt>
    <dgm:pt modelId="{FDE99C10-0656-42B7-BB3A-1F30DC1204BA}" type="pres">
      <dgm:prSet presAssocID="{88E2225E-15F5-4E37-BEEB-A706423F8045}" presName="iconBgRect" presStyleLbl="bgShp" presStyleIdx="3" presStyleCnt="5"/>
      <dgm:spPr/>
    </dgm:pt>
    <dgm:pt modelId="{9BBFA52E-22B9-4F50-9A52-87ED62B7C4BF}" type="pres">
      <dgm:prSet presAssocID="{88E2225E-15F5-4E37-BEEB-A706423F804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EC7096C5-4AB3-4F1B-A524-760385D2AF92}" type="pres">
      <dgm:prSet presAssocID="{88E2225E-15F5-4E37-BEEB-A706423F8045}" presName="spaceRect" presStyleCnt="0"/>
      <dgm:spPr/>
    </dgm:pt>
    <dgm:pt modelId="{27DAAB99-03E1-4E74-9A16-8B7FAE4C54BC}" type="pres">
      <dgm:prSet presAssocID="{88E2225E-15F5-4E37-BEEB-A706423F8045}" presName="textRect" presStyleLbl="revTx" presStyleIdx="3" presStyleCnt="5">
        <dgm:presLayoutVars>
          <dgm:chMax val="1"/>
          <dgm:chPref val="1"/>
        </dgm:presLayoutVars>
      </dgm:prSet>
      <dgm:spPr/>
    </dgm:pt>
    <dgm:pt modelId="{6D3E35BB-2166-40AB-8C1F-5CD33C08D48F}" type="pres">
      <dgm:prSet presAssocID="{85C29CA3-626E-4D2A-B457-371B06E8CD97}" presName="sibTrans" presStyleCnt="0"/>
      <dgm:spPr/>
    </dgm:pt>
    <dgm:pt modelId="{A28A496E-62DB-4B7F-A71F-D0AF4BCB6F17}" type="pres">
      <dgm:prSet presAssocID="{100B5654-20D1-47EB-99F5-31181CD26D0D}" presName="compNode" presStyleCnt="0"/>
      <dgm:spPr/>
    </dgm:pt>
    <dgm:pt modelId="{1B57CF2B-BAF0-41D8-916C-4B12A11F63FB}" type="pres">
      <dgm:prSet presAssocID="{100B5654-20D1-47EB-99F5-31181CD26D0D}" presName="iconBgRect" presStyleLbl="bgShp" presStyleIdx="4" presStyleCnt="5"/>
      <dgm:spPr/>
    </dgm:pt>
    <dgm:pt modelId="{DFB74FFD-01BE-41D4-ADDE-8012BA8C2B99}" type="pres">
      <dgm:prSet presAssocID="{100B5654-20D1-47EB-99F5-31181CD26D0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A2272F1A-679C-433E-A802-23BE79A829AE}" type="pres">
      <dgm:prSet presAssocID="{100B5654-20D1-47EB-99F5-31181CD26D0D}" presName="spaceRect" presStyleCnt="0"/>
      <dgm:spPr/>
    </dgm:pt>
    <dgm:pt modelId="{4533DC7B-2610-42FB-84FB-35E474B44A09}" type="pres">
      <dgm:prSet presAssocID="{100B5654-20D1-47EB-99F5-31181CD26D0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ABE270D-0B25-40EF-BB24-068D7CEEA2F1}" srcId="{E610FC31-2C34-4D5C-B395-D2025FE529CD}" destId="{AC6234D3-9371-4943-B1BB-6D51382CF545}" srcOrd="1" destOrd="0" parTransId="{1AE4CBEE-909D-47B3-86E8-F1BEC4E38B68}" sibTransId="{D137D6B2-8D23-42C1-880C-CC85DAD8C56A}"/>
    <dgm:cxn modelId="{0F9A1E2F-2686-4F6E-A596-05313A90101E}" type="presOf" srcId="{100B5654-20D1-47EB-99F5-31181CD26D0D}" destId="{4533DC7B-2610-42FB-84FB-35E474B44A09}" srcOrd="0" destOrd="0" presId="urn:microsoft.com/office/officeart/2018/5/layout/IconCircleLabelList"/>
    <dgm:cxn modelId="{5E675949-D19B-4254-ADCD-5C21CED635C5}" srcId="{E610FC31-2C34-4D5C-B395-D2025FE529CD}" destId="{B70EE25E-DA5E-4799-BC43-5F75D6FFD915}" srcOrd="2" destOrd="0" parTransId="{1695220A-995D-45A8-B7BB-14C9D712DA52}" sibTransId="{B3F0B781-B084-4308-A737-D1A61A792EDF}"/>
    <dgm:cxn modelId="{CBBEE36B-99ED-48EC-A800-5C923DD592BF}" type="presOf" srcId="{B70EE25E-DA5E-4799-BC43-5F75D6FFD915}" destId="{09FDA2D2-2909-4C17-A292-B71BF2F85DDA}" srcOrd="0" destOrd="0" presId="urn:microsoft.com/office/officeart/2018/5/layout/IconCircleLabelList"/>
    <dgm:cxn modelId="{2D3EC58B-C890-4024-8D94-26252279191E}" srcId="{E610FC31-2C34-4D5C-B395-D2025FE529CD}" destId="{100B5654-20D1-47EB-99F5-31181CD26D0D}" srcOrd="4" destOrd="0" parTransId="{9A84395C-D798-4AE7-8D61-0FB7BC56B7E3}" sibTransId="{4478CF36-5AEE-4BCB-B6A7-8C0B3F5205F2}"/>
    <dgm:cxn modelId="{429FF1C0-16CD-4B5F-A278-0C7F2558FE7C}" type="presOf" srcId="{2A39784D-D9A1-45FC-8314-CB5258689466}" destId="{68D45480-A75B-4827-968A-4027E76EA1D3}" srcOrd="0" destOrd="0" presId="urn:microsoft.com/office/officeart/2018/5/layout/IconCircleLabelList"/>
    <dgm:cxn modelId="{452C38C7-FBDA-4329-8849-DC7FC26F2EC1}" srcId="{E610FC31-2C34-4D5C-B395-D2025FE529CD}" destId="{2A39784D-D9A1-45FC-8314-CB5258689466}" srcOrd="0" destOrd="0" parTransId="{EE333E63-6E05-4270-AA4E-EFFACB20C79E}" sibTransId="{926488F0-278C-4E89-A429-349BC3882BED}"/>
    <dgm:cxn modelId="{917057CF-047A-4E4C-B416-19F20AC2BD96}" type="presOf" srcId="{E610FC31-2C34-4D5C-B395-D2025FE529CD}" destId="{DD35295B-8086-4A35-8954-80495A86E128}" srcOrd="0" destOrd="0" presId="urn:microsoft.com/office/officeart/2018/5/layout/IconCircleLabelList"/>
    <dgm:cxn modelId="{ECB07CD5-08E2-40EC-A784-EFBEEC15E4E9}" type="presOf" srcId="{AC6234D3-9371-4943-B1BB-6D51382CF545}" destId="{A87ABCED-C4A6-4799-8C82-3A752D4A1D56}" srcOrd="0" destOrd="0" presId="urn:microsoft.com/office/officeart/2018/5/layout/IconCircleLabelList"/>
    <dgm:cxn modelId="{0752FFE7-D9C8-4FF0-8A72-632097428C6F}" type="presOf" srcId="{88E2225E-15F5-4E37-BEEB-A706423F8045}" destId="{27DAAB99-03E1-4E74-9A16-8B7FAE4C54BC}" srcOrd="0" destOrd="0" presId="urn:microsoft.com/office/officeart/2018/5/layout/IconCircleLabelList"/>
    <dgm:cxn modelId="{828AD7F6-E49D-418B-947B-47F844B8DD03}" srcId="{E610FC31-2C34-4D5C-B395-D2025FE529CD}" destId="{88E2225E-15F5-4E37-BEEB-A706423F8045}" srcOrd="3" destOrd="0" parTransId="{EC340810-D621-4E01-ABBA-A4BAECAA73BD}" sibTransId="{85C29CA3-626E-4D2A-B457-371B06E8CD97}"/>
    <dgm:cxn modelId="{434F8048-B470-4ED8-9273-9FF79EC2BE25}" type="presParOf" srcId="{DD35295B-8086-4A35-8954-80495A86E128}" destId="{2097A371-7B51-48DA-8328-9A4935139F93}" srcOrd="0" destOrd="0" presId="urn:microsoft.com/office/officeart/2018/5/layout/IconCircleLabelList"/>
    <dgm:cxn modelId="{1DA1AF5C-0D51-460B-B53E-4BE56D3DF63D}" type="presParOf" srcId="{2097A371-7B51-48DA-8328-9A4935139F93}" destId="{7A9CE73E-1FD8-410B-8821-4BA055041E39}" srcOrd="0" destOrd="0" presId="urn:microsoft.com/office/officeart/2018/5/layout/IconCircleLabelList"/>
    <dgm:cxn modelId="{F12D75A7-C0AB-434E-8404-F3F31AEFF076}" type="presParOf" srcId="{2097A371-7B51-48DA-8328-9A4935139F93}" destId="{BE564ED6-1776-4E8B-B7A7-844B69DCD54E}" srcOrd="1" destOrd="0" presId="urn:microsoft.com/office/officeart/2018/5/layout/IconCircleLabelList"/>
    <dgm:cxn modelId="{369296B0-67FF-4565-9AED-31BD7CC9E646}" type="presParOf" srcId="{2097A371-7B51-48DA-8328-9A4935139F93}" destId="{277ABEAB-5EC9-4807-B2AA-FF48B9512C4C}" srcOrd="2" destOrd="0" presId="urn:microsoft.com/office/officeart/2018/5/layout/IconCircleLabelList"/>
    <dgm:cxn modelId="{2E454240-46B3-4270-992A-2100A034A6B0}" type="presParOf" srcId="{2097A371-7B51-48DA-8328-9A4935139F93}" destId="{68D45480-A75B-4827-968A-4027E76EA1D3}" srcOrd="3" destOrd="0" presId="urn:microsoft.com/office/officeart/2018/5/layout/IconCircleLabelList"/>
    <dgm:cxn modelId="{C08641BF-5CBE-42EF-BBDF-7D1889ABDCD2}" type="presParOf" srcId="{DD35295B-8086-4A35-8954-80495A86E128}" destId="{65E911C4-DFBC-479F-A88D-67783E8C1BE2}" srcOrd="1" destOrd="0" presId="urn:microsoft.com/office/officeart/2018/5/layout/IconCircleLabelList"/>
    <dgm:cxn modelId="{8489B8BF-C7B2-495B-A393-FF5C71A45779}" type="presParOf" srcId="{DD35295B-8086-4A35-8954-80495A86E128}" destId="{BBF4AFE4-6D44-4B1C-B9FB-1CE589E6E9CF}" srcOrd="2" destOrd="0" presId="urn:microsoft.com/office/officeart/2018/5/layout/IconCircleLabelList"/>
    <dgm:cxn modelId="{C0A52A60-20C4-4A46-BEA8-861F6558A08F}" type="presParOf" srcId="{BBF4AFE4-6D44-4B1C-B9FB-1CE589E6E9CF}" destId="{85FBD5C7-B758-4B78-BECB-355D7D798158}" srcOrd="0" destOrd="0" presId="urn:microsoft.com/office/officeart/2018/5/layout/IconCircleLabelList"/>
    <dgm:cxn modelId="{19CC1F84-7FE2-44E0-AEC7-2BC8FE5EBA59}" type="presParOf" srcId="{BBF4AFE4-6D44-4B1C-B9FB-1CE589E6E9CF}" destId="{F707F3A0-5AFE-4A1E-A819-19BD8F61004B}" srcOrd="1" destOrd="0" presId="urn:microsoft.com/office/officeart/2018/5/layout/IconCircleLabelList"/>
    <dgm:cxn modelId="{B312E373-0CFB-4DE4-8901-1E2876EB39C7}" type="presParOf" srcId="{BBF4AFE4-6D44-4B1C-B9FB-1CE589E6E9CF}" destId="{4331E38F-F25B-4D43-8A44-EA551CB75EBE}" srcOrd="2" destOrd="0" presId="urn:microsoft.com/office/officeart/2018/5/layout/IconCircleLabelList"/>
    <dgm:cxn modelId="{1ACBF44A-E343-42CC-90F4-65E0550E5FEC}" type="presParOf" srcId="{BBF4AFE4-6D44-4B1C-B9FB-1CE589E6E9CF}" destId="{A87ABCED-C4A6-4799-8C82-3A752D4A1D56}" srcOrd="3" destOrd="0" presId="urn:microsoft.com/office/officeart/2018/5/layout/IconCircleLabelList"/>
    <dgm:cxn modelId="{3FDF28A4-9C16-4C7F-AE7F-D740E21C44E6}" type="presParOf" srcId="{DD35295B-8086-4A35-8954-80495A86E128}" destId="{4ECD28BD-99BB-4309-9F2F-A2725CA9A726}" srcOrd="3" destOrd="0" presId="urn:microsoft.com/office/officeart/2018/5/layout/IconCircleLabelList"/>
    <dgm:cxn modelId="{D3E766C4-194F-4513-8662-06F60C9D81FF}" type="presParOf" srcId="{DD35295B-8086-4A35-8954-80495A86E128}" destId="{F3AF066A-98A6-4D8A-9AEB-FA630423E421}" srcOrd="4" destOrd="0" presId="urn:microsoft.com/office/officeart/2018/5/layout/IconCircleLabelList"/>
    <dgm:cxn modelId="{5B7DD853-47AE-47C0-9183-4A79877B8F7D}" type="presParOf" srcId="{F3AF066A-98A6-4D8A-9AEB-FA630423E421}" destId="{669706CB-D7E0-41F9-83DF-FE0B62F07F0B}" srcOrd="0" destOrd="0" presId="urn:microsoft.com/office/officeart/2018/5/layout/IconCircleLabelList"/>
    <dgm:cxn modelId="{4C0EC67C-47E0-48FF-A3B9-4D7F71D0F876}" type="presParOf" srcId="{F3AF066A-98A6-4D8A-9AEB-FA630423E421}" destId="{F93D8502-2978-499A-9907-F9EC51C1BBAD}" srcOrd="1" destOrd="0" presId="urn:microsoft.com/office/officeart/2018/5/layout/IconCircleLabelList"/>
    <dgm:cxn modelId="{D6172AC8-1427-4650-AB29-5CE2740E660D}" type="presParOf" srcId="{F3AF066A-98A6-4D8A-9AEB-FA630423E421}" destId="{2249AD4B-AB5D-42E7-9C89-A6398732E4EA}" srcOrd="2" destOrd="0" presId="urn:microsoft.com/office/officeart/2018/5/layout/IconCircleLabelList"/>
    <dgm:cxn modelId="{509E9112-FDC7-4727-9EC2-EA2B1DBCC8C0}" type="presParOf" srcId="{F3AF066A-98A6-4D8A-9AEB-FA630423E421}" destId="{09FDA2D2-2909-4C17-A292-B71BF2F85DDA}" srcOrd="3" destOrd="0" presId="urn:microsoft.com/office/officeart/2018/5/layout/IconCircleLabelList"/>
    <dgm:cxn modelId="{3BB03C19-3BE5-4FAA-B87C-6779377FE0F2}" type="presParOf" srcId="{DD35295B-8086-4A35-8954-80495A86E128}" destId="{BA62FF75-FF48-4089-BF54-C1B564420278}" srcOrd="5" destOrd="0" presId="urn:microsoft.com/office/officeart/2018/5/layout/IconCircleLabelList"/>
    <dgm:cxn modelId="{0EE4374D-1F85-4336-A539-C5495CA3DF9E}" type="presParOf" srcId="{DD35295B-8086-4A35-8954-80495A86E128}" destId="{53B89EF5-610F-4D09-911D-7283E4909815}" srcOrd="6" destOrd="0" presId="urn:microsoft.com/office/officeart/2018/5/layout/IconCircleLabelList"/>
    <dgm:cxn modelId="{206F4899-3AFA-42E0-A528-A12A0882406C}" type="presParOf" srcId="{53B89EF5-610F-4D09-911D-7283E4909815}" destId="{FDE99C10-0656-42B7-BB3A-1F30DC1204BA}" srcOrd="0" destOrd="0" presId="urn:microsoft.com/office/officeart/2018/5/layout/IconCircleLabelList"/>
    <dgm:cxn modelId="{093440AD-81FB-43D7-AF5F-840D84452E06}" type="presParOf" srcId="{53B89EF5-610F-4D09-911D-7283E4909815}" destId="{9BBFA52E-22B9-4F50-9A52-87ED62B7C4BF}" srcOrd="1" destOrd="0" presId="urn:microsoft.com/office/officeart/2018/5/layout/IconCircleLabelList"/>
    <dgm:cxn modelId="{BA54A69E-0A2D-49BA-AE3C-F6B91CFA27D1}" type="presParOf" srcId="{53B89EF5-610F-4D09-911D-7283E4909815}" destId="{EC7096C5-4AB3-4F1B-A524-760385D2AF92}" srcOrd="2" destOrd="0" presId="urn:microsoft.com/office/officeart/2018/5/layout/IconCircleLabelList"/>
    <dgm:cxn modelId="{7F08A822-3C80-4598-AC5D-F7FAE33980F5}" type="presParOf" srcId="{53B89EF5-610F-4D09-911D-7283E4909815}" destId="{27DAAB99-03E1-4E74-9A16-8B7FAE4C54BC}" srcOrd="3" destOrd="0" presId="urn:microsoft.com/office/officeart/2018/5/layout/IconCircleLabelList"/>
    <dgm:cxn modelId="{44BF4F90-39C3-4E26-BCE2-C02C15C5106A}" type="presParOf" srcId="{DD35295B-8086-4A35-8954-80495A86E128}" destId="{6D3E35BB-2166-40AB-8C1F-5CD33C08D48F}" srcOrd="7" destOrd="0" presId="urn:microsoft.com/office/officeart/2018/5/layout/IconCircleLabelList"/>
    <dgm:cxn modelId="{711B5161-34DA-405B-84D3-0992571CE5AE}" type="presParOf" srcId="{DD35295B-8086-4A35-8954-80495A86E128}" destId="{A28A496E-62DB-4B7F-A71F-D0AF4BCB6F17}" srcOrd="8" destOrd="0" presId="urn:microsoft.com/office/officeart/2018/5/layout/IconCircleLabelList"/>
    <dgm:cxn modelId="{650D0069-5E9E-4B2C-A0B9-742836054EEB}" type="presParOf" srcId="{A28A496E-62DB-4B7F-A71F-D0AF4BCB6F17}" destId="{1B57CF2B-BAF0-41D8-916C-4B12A11F63FB}" srcOrd="0" destOrd="0" presId="urn:microsoft.com/office/officeart/2018/5/layout/IconCircleLabelList"/>
    <dgm:cxn modelId="{C623454A-11C2-49A9-A93C-FBAA799DA4B5}" type="presParOf" srcId="{A28A496E-62DB-4B7F-A71F-D0AF4BCB6F17}" destId="{DFB74FFD-01BE-41D4-ADDE-8012BA8C2B99}" srcOrd="1" destOrd="0" presId="urn:microsoft.com/office/officeart/2018/5/layout/IconCircleLabelList"/>
    <dgm:cxn modelId="{4D445539-07A3-4166-B519-5623F85ED5DE}" type="presParOf" srcId="{A28A496E-62DB-4B7F-A71F-D0AF4BCB6F17}" destId="{A2272F1A-679C-433E-A802-23BE79A829AE}" srcOrd="2" destOrd="0" presId="urn:microsoft.com/office/officeart/2018/5/layout/IconCircleLabelList"/>
    <dgm:cxn modelId="{89F9B779-2E19-4B2C-92D5-E4BEC5D7D5BB}" type="presParOf" srcId="{A28A496E-62DB-4B7F-A71F-D0AF4BCB6F17}" destId="{4533DC7B-2610-42FB-84FB-35E474B44A0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9CE73E-1FD8-410B-8821-4BA055041E39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564ED6-1776-4E8B-B7A7-844B69DCD54E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D45480-A75B-4827-968A-4027E76EA1D3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Speed</a:t>
          </a:r>
        </a:p>
      </dsp:txBody>
      <dsp:txXfrm>
        <a:off x="518589" y="1265836"/>
        <a:ext cx="1582031" cy="632812"/>
      </dsp:txXfrm>
    </dsp:sp>
    <dsp:sp modelId="{85FBD5C7-B758-4B78-BECB-355D7D798158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07F3A0-5AFE-4A1E-A819-19BD8F61004B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7ABCED-C4A6-4799-8C82-3A752D4A1D56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Consistency</a:t>
          </a:r>
        </a:p>
      </dsp:txBody>
      <dsp:txXfrm>
        <a:off x="2377476" y="1265836"/>
        <a:ext cx="1582031" cy="632812"/>
      </dsp:txXfrm>
    </dsp:sp>
    <dsp:sp modelId="{669706CB-D7E0-41F9-83DF-FE0B62F07F0B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3D8502-2978-499A-9907-F9EC51C1BBAD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FDA2D2-2909-4C17-A292-B71BF2F85DDA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Scalability</a:t>
          </a:r>
        </a:p>
      </dsp:txBody>
      <dsp:txXfrm>
        <a:off x="4236363" y="1265836"/>
        <a:ext cx="1582031" cy="632812"/>
      </dsp:txXfrm>
    </dsp:sp>
    <dsp:sp modelId="{FDE99C10-0656-42B7-BB3A-1F30DC1204BA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BFA52E-22B9-4F50-9A52-87ED62B7C4BF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AAB99-03E1-4E74-9A16-8B7FAE4C54BC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Reliability</a:t>
          </a:r>
        </a:p>
      </dsp:txBody>
      <dsp:txXfrm>
        <a:off x="6095249" y="1265836"/>
        <a:ext cx="1582031" cy="632812"/>
      </dsp:txXfrm>
    </dsp:sp>
    <dsp:sp modelId="{1B57CF2B-BAF0-41D8-916C-4B12A11F63FB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B74FFD-01BE-41D4-ADDE-8012BA8C2B99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33DC7B-2610-42FB-84FB-35E474B44A09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Relevant to real-world enterprise environments.</a:t>
          </a:r>
        </a:p>
      </dsp:txBody>
      <dsp:txXfrm>
        <a:off x="3306919" y="3559781"/>
        <a:ext cx="1582031" cy="6328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Wires Linked To Core Router">
            <a:extLst>
              <a:ext uri="{FF2B5EF4-FFF2-40B4-BE49-F238E27FC236}">
                <a16:creationId xmlns:a16="http://schemas.microsoft.com/office/drawing/2014/main" id="{584B5851-D178-A03E-029D-1FDA109F53C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1471" r="13314" b="-1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GB" sz="4500">
                <a:solidFill>
                  <a:srgbClr val="FFFFFF"/>
                </a:solidFill>
              </a:rPr>
              <a:t>Network Automation Demonstration using Ansible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072043"/>
            <a:ext cx="75438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Leo, Skyler, Rehan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7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GB" sz="3500"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GB" sz="1700" dirty="0"/>
              <a:t>• Manual network configuration</a:t>
            </a:r>
          </a:p>
          <a:p>
            <a:r>
              <a:rPr lang="en-GB" sz="1700" dirty="0"/>
              <a:t>• Time-consuming</a:t>
            </a:r>
          </a:p>
          <a:p>
            <a:r>
              <a:rPr lang="en-GB" sz="1700" dirty="0"/>
              <a:t>• Human error</a:t>
            </a:r>
          </a:p>
          <a:p>
            <a:r>
              <a:rPr lang="en-GB" sz="1700" dirty="0"/>
              <a:t>• Poor scalability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F41567EB-8FC6-8B13-282F-C87E6487D0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75" r="50448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257B89-A612-4468-E753-8EB6C77BA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522" y="1671569"/>
            <a:ext cx="4351438" cy="2228760"/>
          </a:xfrm>
        </p:spPr>
        <p:txBody>
          <a:bodyPr anchor="b">
            <a:normAutofit/>
          </a:bodyPr>
          <a:lstStyle/>
          <a:p>
            <a:pPr algn="l"/>
            <a:r>
              <a:rPr lang="en-GB" sz="3500" b="1" dirty="0"/>
              <a:t>Team Roles &amp; Collaboration</a:t>
            </a:r>
            <a:br>
              <a:rPr lang="en-GB" sz="3500" dirty="0"/>
            </a:br>
            <a:endParaRPr lang="en-GB" sz="3500" dirty="0"/>
          </a:p>
        </p:txBody>
      </p: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4FC00E55-7262-21FD-2C8C-B5C1A9AFF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711" y="2843834"/>
            <a:ext cx="898899" cy="89889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7F9D9-17B8-B630-0C5B-FADB165C8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523" y="4072044"/>
            <a:ext cx="4351437" cy="2057045"/>
          </a:xfrm>
        </p:spPr>
        <p:txBody>
          <a:bodyPr>
            <a:normAutofit/>
          </a:bodyPr>
          <a:lstStyle/>
          <a:p>
            <a:r>
              <a:rPr lang="en-GB" sz="1800" b="1" dirty="0"/>
              <a:t>Leo</a:t>
            </a:r>
            <a:r>
              <a:rPr lang="en-GB" sz="1800" dirty="0"/>
              <a:t> – Testing &amp; Validation Engineer</a:t>
            </a:r>
          </a:p>
          <a:p>
            <a:r>
              <a:rPr lang="en-GB" sz="1800" b="1" dirty="0"/>
              <a:t>Skyler</a:t>
            </a:r>
            <a:r>
              <a:rPr lang="en-GB" sz="1800" dirty="0"/>
              <a:t> – Documentation &amp; GitHub Lead</a:t>
            </a:r>
          </a:p>
          <a:p>
            <a:r>
              <a:rPr lang="en-GB" sz="1800" b="1" dirty="0"/>
              <a:t>Rehan</a:t>
            </a:r>
            <a:r>
              <a:rPr lang="en-GB" sz="1800" dirty="0"/>
              <a:t> – Automation Engineer</a:t>
            </a:r>
          </a:p>
        </p:txBody>
      </p:sp>
      <p:pic>
        <p:nvPicPr>
          <p:cNvPr id="9" name="Graphic 8" descr="Robot">
            <a:extLst>
              <a:ext uri="{FF2B5EF4-FFF2-40B4-BE49-F238E27FC236}">
                <a16:creationId xmlns:a16="http://schemas.microsoft.com/office/drawing/2014/main" id="{4B9B33D9-CFB4-498B-A0FB-38AD1304B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1073" y="1469503"/>
            <a:ext cx="3918995" cy="391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59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GB" sz="3500"/>
              <a:t>Network Setup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GB" sz="1700"/>
              <a:t>Simple lab setup: routers, switches, Ansible control machine.</a:t>
            </a:r>
          </a:p>
          <a:p>
            <a:r>
              <a:rPr lang="en-GB" sz="1700" dirty="0"/>
              <a:t>Devices pre-configured with IP addressing and SSH.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573BE0-A2D2-CEB8-A834-DC4769696F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401" r="36837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056495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5" y="609600"/>
            <a:ext cx="3588597" cy="13308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/>
              <a:t>Ansible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775" y="2194102"/>
            <a:ext cx="3328527" cy="3908585"/>
          </a:xfrm>
        </p:spPr>
        <p:txBody>
          <a:bodyPr>
            <a:normAutofit/>
          </a:bodyPr>
          <a:lstStyle/>
          <a:p>
            <a:r>
              <a:rPr lang="en-GB" sz="1700" dirty="0"/>
              <a:t>Inventory file – defines devices.</a:t>
            </a:r>
          </a:p>
          <a:p>
            <a:r>
              <a:rPr lang="en-GB" sz="1700" dirty="0"/>
              <a:t>Playbooks – define automated tasks.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94D1E13-5AB0-E10F-BB67-7F70F9C55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7965" y="13288"/>
            <a:ext cx="3479630" cy="68564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019C04-C4A8-B6DB-240E-5F726BED8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ping.yml</a:t>
            </a:r>
          </a:p>
        </p:txBody>
      </p:sp>
      <p:pic>
        <p:nvPicPr>
          <p:cNvPr id="5" name="Content Placeholder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BD7D6ED-BC6C-955F-1548-EE50B910BA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7897"/>
          <a:stretch>
            <a:fillRect/>
          </a:stretch>
        </p:blipFill>
        <p:spPr>
          <a:xfrm>
            <a:off x="0" y="1575956"/>
            <a:ext cx="9143999" cy="35064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929C3D-EBC4-7136-0FEB-F0D93E09693E}"/>
              </a:ext>
            </a:extLst>
          </p:cNvPr>
          <p:cNvSpPr txBox="1"/>
          <p:nvPr/>
        </p:nvSpPr>
        <p:spPr>
          <a:xfrm>
            <a:off x="202517" y="5400483"/>
            <a:ext cx="53145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Tests the reachability of all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Confirms network is ready for automation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No configuration changes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6651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731CA-2376-D8F5-8BC7-0230B4075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Backup.yml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BECE488-4090-7DAD-96AB-3A1BF7A5F8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574310"/>
            <a:ext cx="5971215" cy="52836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EF2199-465E-CCE6-AC7B-5DEA1D6EDD67}"/>
              </a:ext>
            </a:extLst>
          </p:cNvPr>
          <p:cNvSpPr txBox="1"/>
          <p:nvPr/>
        </p:nvSpPr>
        <p:spPr>
          <a:xfrm>
            <a:off x="6096642" y="1669240"/>
            <a:ext cx="28693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Automatically saves running configurations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Creates backups directory if required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Supports disaster recovery</a:t>
            </a:r>
          </a:p>
        </p:txBody>
      </p:sp>
    </p:spTree>
    <p:extLst>
      <p:ext uri="{BB962C8B-B14F-4D97-AF65-F5344CB8AC3E}">
        <p14:creationId xmlns:p14="http://schemas.microsoft.com/office/powerpoint/2010/main" val="3900919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52E080-7F34-66AB-3867-37D5945C1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57200"/>
            <a:ext cx="818223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dirty="0"/>
              <a:t>Backup result</a:t>
            </a:r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1850683"/>
            <a:ext cx="2468880" cy="18288"/>
          </a:xfrm>
          <a:custGeom>
            <a:avLst/>
            <a:gdLst>
              <a:gd name="csX0" fmla="*/ 0 w 2468880"/>
              <a:gd name="csY0" fmla="*/ 0 h 18288"/>
              <a:gd name="csX1" fmla="*/ 592531 w 2468880"/>
              <a:gd name="csY1" fmla="*/ 0 h 18288"/>
              <a:gd name="csX2" fmla="*/ 1160374 w 2468880"/>
              <a:gd name="csY2" fmla="*/ 0 h 18288"/>
              <a:gd name="csX3" fmla="*/ 1728216 w 2468880"/>
              <a:gd name="csY3" fmla="*/ 0 h 18288"/>
              <a:gd name="csX4" fmla="*/ 2468880 w 2468880"/>
              <a:gd name="csY4" fmla="*/ 0 h 18288"/>
              <a:gd name="csX5" fmla="*/ 2468880 w 2468880"/>
              <a:gd name="csY5" fmla="*/ 18288 h 18288"/>
              <a:gd name="csX6" fmla="*/ 1802282 w 2468880"/>
              <a:gd name="csY6" fmla="*/ 18288 h 18288"/>
              <a:gd name="csX7" fmla="*/ 1209751 w 2468880"/>
              <a:gd name="csY7" fmla="*/ 18288 h 18288"/>
              <a:gd name="csX8" fmla="*/ 641909 w 2468880"/>
              <a:gd name="csY8" fmla="*/ 18288 h 18288"/>
              <a:gd name="csX9" fmla="*/ 0 w 2468880"/>
              <a:gd name="csY9" fmla="*/ 18288 h 18288"/>
              <a:gd name="csX10" fmla="*/ 0 w 246888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B009EFB1-2E61-E23C-6ABE-D4CFDC1D6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75" y="1973705"/>
            <a:ext cx="3862689" cy="4256407"/>
          </a:xfrm>
          <a:prstGeom prst="rect">
            <a:avLst/>
          </a:prstGeom>
        </p:spPr>
      </p:pic>
      <p:pic>
        <p:nvPicPr>
          <p:cNvPr id="4" name="Content Placeholder 3" descr="A screen shot of a computer&#10;&#10;Description automatically generated">
            <a:extLst>
              <a:ext uri="{FF2B5EF4-FFF2-40B4-BE49-F238E27FC236}">
                <a16:creationId xmlns:a16="http://schemas.microsoft.com/office/drawing/2014/main" id="{5ACE87B0-4736-F1E7-FFD8-E11DF1163E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11732" y="2989143"/>
            <a:ext cx="4789952" cy="259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59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BA051D-F60C-79AC-E7AA-8908FB20A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IPv6 Enable</a:t>
            </a:r>
          </a:p>
        </p:txBody>
      </p: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8822ABB-50F6-92FF-9B6F-1198106D09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339" r="18046"/>
          <a:stretch>
            <a:fillRect/>
          </a:stretch>
        </p:blipFill>
        <p:spPr>
          <a:xfrm>
            <a:off x="-3" y="1574310"/>
            <a:ext cx="5958943" cy="52836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110E58-7C3A-F76B-6069-8E771AB7CB66}"/>
              </a:ext>
            </a:extLst>
          </p:cNvPr>
          <p:cNvSpPr txBox="1"/>
          <p:nvPr/>
        </p:nvSpPr>
        <p:spPr>
          <a:xfrm>
            <a:off x="6167597" y="1877895"/>
            <a:ext cx="26941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Applies global IPv6 </a:t>
            </a:r>
            <a:r>
              <a:rPr lang="en-GB" dirty="0" err="1"/>
              <a:t>configuratiuon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Ensures consistency across all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Easy to verify</a:t>
            </a:r>
          </a:p>
        </p:txBody>
      </p:sp>
    </p:spTree>
    <p:extLst>
      <p:ext uri="{BB962C8B-B14F-4D97-AF65-F5344CB8AC3E}">
        <p14:creationId xmlns:p14="http://schemas.microsoft.com/office/powerpoint/2010/main" val="2632556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C4CEE7-F0E9-4D27-2C05-A7DA4A435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IPv6 Enable Result</a:t>
            </a:r>
          </a:p>
        </p:txBody>
      </p:sp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63FFE410-027B-9971-1C5A-8C269ED231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168" y="2726872"/>
            <a:ext cx="8495662" cy="293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305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Why Automation Matters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CD7C13-FE76-161D-4B16-562A802DAA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348386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GB" sz="350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GB" sz="1700" dirty="0"/>
              <a:t>Manual vs automated configuration.</a:t>
            </a:r>
          </a:p>
          <a:p>
            <a:r>
              <a:rPr lang="en-GB" sz="1700" dirty="0"/>
              <a:t>Key automation benefits.</a:t>
            </a:r>
          </a:p>
          <a:p>
            <a:r>
              <a:rPr lang="en-GB" sz="1700" dirty="0"/>
              <a:t>Any questions?</a:t>
            </a:r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6AB79715-DC04-10DB-E978-1738B3EB14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508" r="5615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165</Words>
  <Application>Microsoft Office PowerPoint</Application>
  <PresentationFormat>On-screen Show (4:3)</PresentationFormat>
  <Paragraphs>45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Network Automation Demonstration using Ansible</vt:lpstr>
      <vt:lpstr>The Problem</vt:lpstr>
      <vt:lpstr>Team Roles &amp; Collaboration </vt:lpstr>
      <vt:lpstr>Network Setup &amp; Scope</vt:lpstr>
      <vt:lpstr>Ansible Components</vt:lpstr>
      <vt:lpstr>ping.yml</vt:lpstr>
      <vt:lpstr>Backup.yml</vt:lpstr>
      <vt:lpstr>Backup result</vt:lpstr>
      <vt:lpstr>IPv6 Enable</vt:lpstr>
      <vt:lpstr>IPv6 Enable Result</vt:lpstr>
      <vt:lpstr>Why Automation Matters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Skyler Schenke (2405518)</cp:lastModifiedBy>
  <cp:revision>2</cp:revision>
  <dcterms:created xsi:type="dcterms:W3CDTF">2013-01-27T09:14:16Z</dcterms:created>
  <dcterms:modified xsi:type="dcterms:W3CDTF">2026-01-19T11:08:39Z</dcterms:modified>
  <cp:category/>
</cp:coreProperties>
</file>